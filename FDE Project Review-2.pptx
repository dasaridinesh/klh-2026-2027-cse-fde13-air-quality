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62" r:id="rId3"/>
    <p:sldId id="257" r:id="rId4"/>
    <p:sldId id="707" r:id="rId5"/>
    <p:sldId id="903" r:id="rId6"/>
    <p:sldId id="258" r:id="rId7"/>
    <p:sldId id="902" r:id="rId8"/>
    <p:sldId id="260" r:id="rId9"/>
    <p:sldId id="906" r:id="rId10"/>
    <p:sldId id="90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2" qsCatId="3D" csTypeId="urn:microsoft.com/office/officeart/2005/8/colors/colorful1#2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2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5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5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5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5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5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5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5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5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5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5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5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5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099836"/>
              </p:ext>
            </p:extLst>
          </p:nvPr>
        </p:nvGraphicFramePr>
        <p:xfrm>
          <a:off x="7452360" y="4898509"/>
          <a:ext cx="4442961" cy="1541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42961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5415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 Sri Ram Madhav        2420030273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D. Dinesh Kumar             2420030169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T. Vallabh                          2420030029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073711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N. Sirisha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FDE Project Review-2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538162" y="829240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996602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 Quality Intelligence System using Big Data and Python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FDE Project Review-2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1" name="Problem Statement Content"/>
          <p:cNvSpPr txBox="1"/>
          <p:nvPr/>
        </p:nvSpPr>
        <p:spPr>
          <a:xfrm>
            <a:off x="800100" y="1750000"/>
            <a:ext cx="10600000" cy="46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Air quality data remains scattered across government monitoring stations, satellite feeds, industrial sensors, and traffic sensors, with no unified view of regional pollution levels.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Manual, station-based reporting delays the detection of pollution spikes, often surfacing hazardous trends only after public exposure has already occurred.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Existing air-quality portals mostly offer static, after-the-fact AQI reports rather than proactive, predictive pollution forecasts.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Citizens and policymakers lack real-time alerts for hazardous pollution spikes, unhealthy AQI zones, or early warning signs across regions.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There is no single, scalable platform that connects meteorological, industrial, traffic, and satellite data to assess air-quality risk in real time.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There is a need for a secure, scalable, Big-Data-driven analytics platform that can process high-volume sensor data and support timely, data-driven air-quality decisions.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An Air Quality Intelligence System (AQIS) is proposed as a Big-Data and Python-based analytics and forecasting platform to close this gap.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Real-World Relevance &amp; Motivation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Pollution Spikes Too Late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No Unified AQI View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Weak Decision Support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Need for Real-Time Big Data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Motivation: One Unified AQI Platform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Rising Air Pollution Levels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 fontScale="925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Fragmented AQI Data Sources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Manual, Delayed Reporting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2" name="Objectives Content"/>
          <p:cNvSpPr txBox="1"/>
          <p:nvPr/>
        </p:nvSpPr>
        <p:spPr>
          <a:xfrm>
            <a:off x="800100" y="1750000"/>
            <a:ext cx="10600000" cy="46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Build a single Big-Data platform integrating multi-source air-quality data ingestion (government monitors, satellite feeds, IoT/traffic sensors) using a scalable streaming pipeline (Kafka/Spark).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Provide Python-based machine-learning models for AQI forecasting, pollutant-level prediction, and pollution-source classification.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Implement interactive dashboards for real-time air-quality visualization across regions, cities, and monitoring zones.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Automate alerts for hazardous AQI threshold breaches, sudden pollution spikes, and unusual sensor readings.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Ensure interoperability through open data APIs (e.g., CPCB, OpenAQ, satellite feeds) for integration with government and research systems.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Reduce manual monitoring effort and improve early warning and public response through intelligent automation and predictive analytics.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700000" y="600078"/>
            <a:ext cx="107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Expected Outcomes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3" name="Problem Gap Content"/>
          <p:cNvSpPr txBox="1"/>
          <p:nvPr/>
        </p:nvSpPr>
        <p:spPr>
          <a:xfrm>
            <a:off x="800100" y="1750000"/>
            <a:ext cx="10600000" cy="46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A unified, scalable Big-Data platform that ingests, processes, and visualizes air-quality data from multiple sources in real time.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Earlier detection of pollution spikes and hazardous AQI zones through predictive analytics rather than static, after-the-fact reporting.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Interactive dashboards that give citizens and policymakers real-time visibility into regional and city-level air-quality risk.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Reduced manual monitoring effort through automated data ingestion, forecasting, and alerting.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0" dirty="0">
                <a:latin typeface="Times New Roman" pitchFamily="18" charset="0"/>
                <a:cs typeface="Times New Roman" pitchFamily="18" charset="0"/>
              </a:rPr>
              <a:t>A scalable, interoperable system that can extend to new sensors, pollutants, and regions over time.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012633"/>
              </p:ext>
            </p:extLst>
          </p:nvPr>
        </p:nvGraphicFramePr>
        <p:xfrm>
          <a:off x="274646" y="689466"/>
          <a:ext cx="11642705" cy="512535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Rahman, Hasan, Akter &amp; Mia (2026)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Air Pollution Monitoring and Prediction using Big Data Analytics and Machine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Applied SVM, regression, XGBoost, ANN, and a stacked ensemble to multi-year hourly pollution and meteorological data from a Bangladeshi district.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The ensemble classified air quality with about 99.6% accuracy and reliably predicted PM2.5, PM10, NO2, SO2, CO, and O3 levels.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Single-region case study with heavy ensemble computation; limited testing on live, streaming Big-Data infrastructure.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0"/>
                  </a:ext>
                </a:extLst>
              </a:tr>
              <a:tr h="118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Kang, Gao, Chiao, Lu &amp; Xie (2018)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Air Quality Prediction: Big Data and Machine Learning Approaches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Compared four regression techniques for pollution prediction on IoT sensor data, executed on Apache Spark for scalability.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Big-Data frameworks such as Spark improve processing time for large-scale pollution datasets and support smart-city monitoring.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Focus limited to processing-time benchmarking; no integration with a live dashboard or alerting system.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1"/>
                  </a:ext>
                </a:extLst>
              </a:tr>
              <a:tr h="118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Özüpak, Alpsalaz &amp; Aslan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Air Quality Forecasting Using Machine Learning: Comparative Analysis and Ensemble Strategies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Evaluated ten regression models (XGBoost, LightGBM, Random Forest, CatBoost, SVR, and others) with Bayesian hyperparameter optimization on hourly pollutant sensor data.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Tuned ensemble models, especially Bayesian-optimized SVR, substantially improved AQI forecasting accuracy over baseline models.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Single urban dataset spanning one year; high computational cost; not evaluated at Big-Data scale.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2"/>
                  </a:ext>
                </a:extLst>
              </a:tr>
              <a:tr h="118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Rajesh, Ganesh Babu, Moorthy &amp; Easwaramoorthy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Machine Learning-Driven Framework for Real-Time Air Quality Assessment and Predictive Environmental Health Risk Mapping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Integrated fixed/mobile sensors, meteorological, satellite, and demographic data with Random Forest, Gradient Boosting, XGBoost, and LSTM models in a cloud-based framework.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Multi-source integration enables high-accuracy, real-time pollutant classification and health-risk mapping across diverse environments.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Data heterogeneity and sensor-calibration challenges; not yet validated with real-world sensor deployment or public dashboards.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6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1096000" y="551058"/>
            <a:ext cx="10000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b="1" dirty="0"/>
              <a:t>Proposed Solution: How AQIS Addresses the Gap</a:t>
            </a:r>
          </a:p>
        </p:txBody>
      </p:sp>
      <p:sp>
        <p:nvSpPr>
          <p:cNvPr id="2" name="Feasibility Explanation"/>
          <p:cNvSpPr txBox="1"/>
          <p:nvPr/>
        </p:nvSpPr>
        <p:spPr>
          <a:xfrm>
            <a:off x="800100" y="1350000"/>
            <a:ext cx="10600000" cy="1150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en-US" sz="1500" b="0" dirty="0">
                <a:latin typeface="Times New Roman" pitchFamily="18" charset="0"/>
                <a:cs typeface="Times New Roman" pitchFamily="18" charset="0"/>
              </a:rPr>
              <a:t>AQIS (Air Quality Intelligence System) is proposed as a unified Big-Data and Python-based air-quality analytics and forecasting platform that combines real-time multi-source data ingestion, distributed processing, and machine-learning-driven prediction with an interactive decision-support dashboard. By pairing scalable streaming pipelines (Kafka/Spark) with Python-based forecasting models and role-based dashboards, AQIS moves air-quality monitoring from static, after-the-fact reporting toward proactive, real-time decision support.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20" name="Research Gap Table"/>
          <p:cNvGraphicFramePr>
            <a:graphicFrameLocks noGrp="1"/>
          </p:cNvGraphicFramePr>
          <p:nvPr/>
        </p:nvGraphicFramePr>
        <p:xfrm>
          <a:off x="800100" y="2750000"/>
          <a:ext cx="10599996" cy="34858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999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itchFamily="18" charset="0"/>
                          <a:cs typeface="Times New Roman" pitchFamily="18" charset="0"/>
                        </a:rPr>
                        <a:t>Research Gap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itchFamily="18" charset="0"/>
                          <a:cs typeface="Times New Roman" pitchFamily="18" charset="0"/>
                        </a:rPr>
                        <a:t>How AQIS Addresses It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latin typeface="Times New Roman" pitchFamily="18" charset="0"/>
                          <a:cs typeface="Times New Roman" pitchFamily="18" charset="0"/>
                        </a:rPr>
                        <a:t>Single-function tools address only prediction, only visualization, or only Big-Data benchmarking.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latin typeface="Times New Roman" pitchFamily="18" charset="0"/>
                          <a:cs typeface="Times New Roman" pitchFamily="18" charset="0"/>
                        </a:rPr>
                        <a:t>AQIS unifies data ingestion, distributed processing, forecasting, and visualization in one platform.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0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latin typeface="Times New Roman" pitchFamily="18" charset="0"/>
                          <a:cs typeface="Times New Roman" pitchFamily="18" charset="0"/>
                        </a:rPr>
                        <a:t>High model accuracy in reviewed studies, but tested on static datasets rather than live streaming infrastructure.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latin typeface="Times New Roman" pitchFamily="18" charset="0"/>
                          <a:cs typeface="Times New Roman" pitchFamily="18" charset="0"/>
                        </a:rPr>
                        <a:t>Built on a Kafka/Spark streaming pipeline that applies Python-based ML models to live sensor and satellite feeds.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0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latin typeface="Times New Roman" pitchFamily="18" charset="0"/>
                          <a:cs typeface="Times New Roman" pitchFamily="18" charset="0"/>
                        </a:rPr>
                        <a:t>Big-Data benchmarking studies stop at processing speed and are not connected to a public dashboard.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latin typeface="Times New Roman" pitchFamily="18" charset="0"/>
                          <a:cs typeface="Times New Roman" pitchFamily="18" charset="0"/>
                        </a:rPr>
                        <a:t>Processed data flows directly into an interactive, real-time AQI dashboard for citizens and officials.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00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latin typeface="Times New Roman" pitchFamily="18" charset="0"/>
                          <a:cs typeface="Times New Roman" pitchFamily="18" charset="0"/>
                        </a:rPr>
                        <a:t>Tuned ensemble models are computationally heavy and evaluated on a single city or dataset.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latin typeface="Times New Roman" pitchFamily="18" charset="0"/>
                          <a:cs typeface="Times New Roman" pitchFamily="18" charset="0"/>
                        </a:rPr>
                        <a:t>Lightweight, scalable Python forecasting models are designed to generalize across cities and regions.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000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latin typeface="Times New Roman" pitchFamily="18" charset="0"/>
                          <a:cs typeface="Times New Roman" pitchFamily="18" charset="0"/>
                        </a:rPr>
                        <a:t>No single system spans real-time ingestion, prediction, and public decision support.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latin typeface="Times New Roman" pitchFamily="18" charset="0"/>
                          <a:cs typeface="Times New Roman" pitchFamily="18" charset="0"/>
                        </a:rPr>
                        <a:t>A full pipeline: ingestion → distributed processing → forecasting → dashboard → automated alerts.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701040" y="35821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latin typeface="Aptos Display"/>
              </a:defRPr>
            </a:pPr>
            <a:r>
              <a:rPr dirty="0"/>
              <a:t>Technology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latin typeface="Aptos"/>
              </a:defRPr>
            </a:pPr>
            <a:r>
              <a:t>Programming &amp; ML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Python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8288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latin typeface="Aptos"/>
              </a:defRPr>
            </a:pPr>
            <a:r>
              <a:t>Big Data &amp; Streaming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Apache Spark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Apache Kafka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latin typeface="Aptos"/>
              </a:defRPr>
            </a:pPr>
            <a:r>
              <a:t>Storage &amp; Caching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Data Lake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InfluxDB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Redis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8862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latin typeface="Aptos"/>
              </a:defRPr>
            </a:pPr>
            <a:r>
              <a:t>Data Sources &amp; Visualization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OpenAQ / CPCB APIs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IoT &amp; Satellite Data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Interactive AQI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C4EA4F-6C2E-9A9A-23FE-1277E4396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534920" y="31061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System Architecture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6" name="Picture 5" descr="cropped_r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5664" y="1329005"/>
            <a:ext cx="7069841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61079" y="6629400"/>
            <a:ext cx="706984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 dirty="0">
                <a:solidFill>
                  <a:srgbClr val="34495E"/>
                </a:solidFill>
                <a:latin typeface="Times New Roman"/>
              </a:rPr>
              <a:t>Retail Web Platform – Conceptual Data Architecture (reference pattern)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1142</Words>
  <Application>Microsoft Office PowerPoint</Application>
  <PresentationFormat>Widescreen</PresentationFormat>
  <Paragraphs>119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Dasari Dinesh Kumar</cp:lastModifiedBy>
  <cp:revision>42</cp:revision>
  <dcterms:created xsi:type="dcterms:W3CDTF">2026-08-08T06:33:56Z</dcterms:created>
  <dcterms:modified xsi:type="dcterms:W3CDTF">2026-09-05T05:24:05Z</dcterms:modified>
</cp:coreProperties>
</file>