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"/>
  </p:notesMasterIdLst>
  <p:sldIdLst>
    <p:sldId id="262" r:id="rId3"/>
    <p:sldId id="904" r:id="rId4"/>
    <p:sldId id="90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sari Dinesh Kumar" userId="e4475e71928e88f7" providerId="LiveId" clId="{1B2CDB38-171A-4781-BA8C-D7F95A9F3BAE}"/>
    <pc:docChg chg="modSld">
      <pc:chgData name="Dasari Dinesh Kumar" userId="e4475e71928e88f7" providerId="LiveId" clId="{1B2CDB38-171A-4781-BA8C-D7F95A9F3BAE}" dt="2026-09-26T06:01:01.728" v="4" actId="20577"/>
      <pc:docMkLst>
        <pc:docMk/>
      </pc:docMkLst>
      <pc:sldChg chg="modSp mod">
        <pc:chgData name="Dasari Dinesh Kumar" userId="e4475e71928e88f7" providerId="LiveId" clId="{1B2CDB38-171A-4781-BA8C-D7F95A9F3BAE}" dt="2026-09-26T06:01:01.728" v="4" actId="20577"/>
        <pc:sldMkLst>
          <pc:docMk/>
          <pc:sldMk cId="2247602601" sldId="262"/>
        </pc:sldMkLst>
        <pc:spChg chg="mod">
          <ac:chgData name="Dasari Dinesh Kumar" userId="e4475e71928e88f7" providerId="LiveId" clId="{1B2CDB38-171A-4781-BA8C-D7F95A9F3BAE}" dt="2026-09-26T06:00:57.739" v="2"/>
          <ac:spMkLst>
            <pc:docMk/>
            <pc:sldMk cId="2247602601" sldId="262"/>
            <ac:spMk id="14" creationId="{DD4CF64F-3FB6-0CE4-B778-63C5D5A1D343}"/>
          </ac:spMkLst>
        </pc:spChg>
        <pc:spChg chg="mod">
          <ac:chgData name="Dasari Dinesh Kumar" userId="e4475e71928e88f7" providerId="LiveId" clId="{1B2CDB38-171A-4781-BA8C-D7F95A9F3BAE}" dt="2026-09-26T06:01:01.728" v="4" actId="20577"/>
          <ac:spMkLst>
            <pc:docMk/>
            <pc:sldMk cId="2247602601" sldId="262"/>
            <ac:spMk id="17" creationId="{D25BC1A0-FDE4-1557-375E-6E0BD69BC77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26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26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26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26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26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26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26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26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26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26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26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26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914002"/>
              </p:ext>
            </p:extLst>
          </p:nvPr>
        </p:nvGraphicFramePr>
        <p:xfrm>
          <a:off x="8193271" y="4898509"/>
          <a:ext cx="3702050" cy="1541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5415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Dinesh                                    2420030169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Madhav                                  2420030273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Vallabh                                   2420030029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355115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N. Sirisha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Professor,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Computer Science and Engineering,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FDE Project Review-2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538162" y="829240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996602"/>
            <a:ext cx="10715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 Quality Intelligence System using Big Data and Python</a:t>
            </a:r>
            <a:endParaRPr lang="en-US" sz="3600" dirty="0">
              <a:solidFill>
                <a:schemeClr val="bg1"/>
              </a:solidFill>
              <a:latin typeface="Calibri" panose="020F0502020204030204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FDE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700000" y="600078"/>
            <a:ext cx="107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Project Abstract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3" name="Problem Gap Content"/>
          <p:cNvSpPr txBox="1"/>
          <p:nvPr/>
        </p:nvSpPr>
        <p:spPr>
          <a:xfrm>
            <a:off x="800100" y="1750000"/>
            <a:ext cx="10600000" cy="46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The Air Quality Intelligence System (AQIS) using Big Data and Python is a data engineering project designed to collect, process, and analyze large volumes of air-quality data.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The system uses Python for data generation and preprocessing, Apache Kafka for real-time data streaming, and Apache Spark/PySpark for large-scale data processing.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Air-quality parameters such as PM2.5, PM10, CO, NO₂, SO₂, temperature, and humidity are processed to identify pollution patterns and trends.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The processed data can be stored using Parquet/MySQL and visualized through Power BI or Python-based dashboards.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Continuous streaming ensures pollution updates are available in near real-time rather than in periodic batches.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The system is designed to be modular and scalable, so new sensors, cities, or pollutants can be added without redesigning the pipeline.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Historical data stored in the pipeline enables trend analysis, seasonal comparisons, and long-term air-quality assessment.</a:t>
            </a:r>
          </a:p>
          <a:p>
            <a:pPr marL="0" indent="0" algn="just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The project demonstrates how Big Data technologies can transform raw environmental data into meaningful insights for better air-quality monitoring and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700000" y="600078"/>
            <a:ext cx="107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3" name="Problem Gap Content"/>
          <p:cNvSpPr txBox="1"/>
          <p:nvPr/>
        </p:nvSpPr>
        <p:spPr>
          <a:xfrm>
            <a:off x="800100" y="1750000"/>
            <a:ext cx="10600000" cy="46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Air pollution is a major environmental problem, and air-quality monitoring systems continuously generate large amounts of data from sensors, APIs, and monitoring stations.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Handling this data efficiently requires proper data ingestion, processing, storage, and analysis techniques.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This project develops an end-to-end Big Data engineering pipeline using Python, Apache Kafka, and Apache Spark.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Python generates or collects air-quality data, Kafka handles real-time data streaming, and Spark processes and transforms the incoming data at scale.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Poor air quality directly affects public health, making timely and accurate monitoring essential for policymakers and citizens alike.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Traditional monitoring systems often rely on manual reporting or delayed batch processing, which limits their usefulness for immediate decision-making.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By combining streaming ingestion with distributed processing, the system bridges the gap between raw sensor data and actionable insights.</a:t>
            </a:r>
          </a:p>
          <a:p>
            <a:pPr marL="0" indent="0" algn="just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Tools such as Pandas and NumPy support data manipulation, while Power BI or Python visualization libraries help present pollution trends and insights.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413</Words>
  <Application>Microsoft Office PowerPoint</Application>
  <PresentationFormat>Widescreen</PresentationFormat>
  <Paragraphs>36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Dasari Dinesh Kumar</cp:lastModifiedBy>
  <cp:revision>38</cp:revision>
  <dcterms:created xsi:type="dcterms:W3CDTF">2026-08-08T06:33:56Z</dcterms:created>
  <dcterms:modified xsi:type="dcterms:W3CDTF">2026-09-26T06:01:11Z</dcterms:modified>
</cp:coreProperties>
</file>